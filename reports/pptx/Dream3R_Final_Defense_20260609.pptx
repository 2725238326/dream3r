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57f768c3204184" /><Relationship Type="http://schemas.openxmlformats.org/officeDocument/2006/relationships/extended-properties" Target="/docProps/app.xml" Id="R97178f0c75f94ae0" /><Relationship Type="http://schemas.openxmlformats.org/officeDocument/2006/relationships/officeDocument" Target="/ppt/presentation.xml" Id="Rea71c551d064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d5335920a4b67"/>
  </p:sldMasterIdLst>
  <p:notesMasterIdLst>
    <p:notesMasterId xmlns:r="http://schemas.openxmlformats.org/officeDocument/2006/relationships" r:id="Re9f0abf5bd1f48bd"/>
  </p:notesMasterIdLst>
  <p:sldIdLst>
    <p:sldId xmlns:r="http://schemas.openxmlformats.org/officeDocument/2006/relationships" id="256" r:id="Ra8ede33b04d04900"/>
    <p:sldId xmlns:r="http://schemas.openxmlformats.org/officeDocument/2006/relationships" id="257" r:id="R000fa034392d4f69"/>
    <p:sldId xmlns:r="http://schemas.openxmlformats.org/officeDocument/2006/relationships" id="258" r:id="Rcc8102c185344927"/>
    <p:sldId xmlns:r="http://schemas.openxmlformats.org/officeDocument/2006/relationships" id="259" r:id="Rfcfcde078d81499d"/>
    <p:sldId xmlns:r="http://schemas.openxmlformats.org/officeDocument/2006/relationships" id="260" r:id="Racd05a2992ab4125"/>
    <p:sldId xmlns:r="http://schemas.openxmlformats.org/officeDocument/2006/relationships" id="261" r:id="R06a6ef08e7a14a37"/>
    <p:sldId xmlns:r="http://schemas.openxmlformats.org/officeDocument/2006/relationships" id="262" r:id="R23522cc481ea4908"/>
    <p:sldId xmlns:r="http://schemas.openxmlformats.org/officeDocument/2006/relationships" id="263" r:id="Rf5d59f3c0c774877"/>
    <p:sldId xmlns:r="http://schemas.openxmlformats.org/officeDocument/2006/relationships" id="264" r:id="R9fe54ea450de4ac0"/>
    <p:sldId xmlns:r="http://schemas.openxmlformats.org/officeDocument/2006/relationships" id="265" r:id="Re6adafbc801d4397"/>
    <p:sldId xmlns:r="http://schemas.openxmlformats.org/officeDocument/2006/relationships" id="266" r:id="Rb1b6bc6219634610"/>
    <p:sldId xmlns:r="http://schemas.openxmlformats.org/officeDocument/2006/relationships" id="267" r:id="R89610f9b3ae34ac5"/>
    <p:sldId xmlns:r="http://schemas.openxmlformats.org/officeDocument/2006/relationships" id="268" r:id="R7d20bab7be5b42da"/>
    <p:sldId xmlns:r="http://schemas.openxmlformats.org/officeDocument/2006/relationships" id="269" r:id="R06060abec8b14f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e69cd98dcd4320" /><Relationship Type="http://schemas.openxmlformats.org/officeDocument/2006/relationships/slideMaster" Target="/ppt/slideMasters/slideMaster1.xml" Id="Ra5ad5335920a4b67" /><Relationship Type="http://schemas.openxmlformats.org/officeDocument/2006/relationships/notesMaster" Target="/ppt/notesMasters/notesMaster1.xml" Id="Re9f0abf5bd1f48bd" /><Relationship Type="http://schemas.openxmlformats.org/officeDocument/2006/relationships/presProps" Target="/ppt/presProps.xml" Id="R5d877084a2d04421" /><Relationship Type="http://schemas.openxmlformats.org/officeDocument/2006/relationships/viewProps" Target="/ppt/viewProps.xml" Id="R78ba0899b529499a" /><Relationship Type="http://schemas.openxmlformats.org/officeDocument/2006/relationships/tableStyles" Target="/ppt/tableStyles.xml" Id="R918aff5771dd4831" /><Relationship Type="http://schemas.openxmlformats.org/officeDocument/2006/relationships/slide" Target="/ppt/slides/slide1.xml" Id="Ra8ede33b04d04900" /><Relationship Type="http://schemas.openxmlformats.org/officeDocument/2006/relationships/slide" Target="/ppt/slides/slide2.xml" Id="R000fa034392d4f69" /><Relationship Type="http://schemas.openxmlformats.org/officeDocument/2006/relationships/slide" Target="/ppt/slides/slide3.xml" Id="Rcc8102c185344927" /><Relationship Type="http://schemas.openxmlformats.org/officeDocument/2006/relationships/slide" Target="/ppt/slides/slide4.xml" Id="Rfcfcde078d81499d" /><Relationship Type="http://schemas.openxmlformats.org/officeDocument/2006/relationships/slide" Target="/ppt/slides/slide5.xml" Id="Racd05a2992ab4125" /><Relationship Type="http://schemas.openxmlformats.org/officeDocument/2006/relationships/slide" Target="/ppt/slides/slide6.xml" Id="R06a6ef08e7a14a37" /><Relationship Type="http://schemas.openxmlformats.org/officeDocument/2006/relationships/slide" Target="/ppt/slides/slide7.xml" Id="R23522cc481ea4908" /><Relationship Type="http://schemas.openxmlformats.org/officeDocument/2006/relationships/slide" Target="/ppt/slides/slide8.xml" Id="Rf5d59f3c0c774877" /><Relationship Type="http://schemas.openxmlformats.org/officeDocument/2006/relationships/slide" Target="/ppt/slides/slide9.xml" Id="R9fe54ea450de4ac0" /><Relationship Type="http://schemas.openxmlformats.org/officeDocument/2006/relationships/slide" Target="/ppt/slides/slide10.xml" Id="Re6adafbc801d4397" /><Relationship Type="http://schemas.openxmlformats.org/officeDocument/2006/relationships/slide" Target="/ppt/slides/slide11.xml" Id="Rb1b6bc6219634610" /><Relationship Type="http://schemas.openxmlformats.org/officeDocument/2006/relationships/slide" Target="/ppt/slides/slide12.xml" Id="R89610f9b3ae34ac5" /><Relationship Type="http://schemas.openxmlformats.org/officeDocument/2006/relationships/slide" Target="/ppt/slides/slide13.xml" Id="R7d20bab7be5b42da" /><Relationship Type="http://schemas.openxmlformats.org/officeDocument/2006/relationships/slide" Target="/ppt/slides/slide14.xml" Id="R06060abec8b14f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b15a931eae4f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1ca3be3a1748bb" /><Relationship Type="http://schemas.openxmlformats.org/officeDocument/2006/relationships/notesMaster" Target="/ppt/notesMasters/notesMaster1.xml" Id="R9a2aaf1047ef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7d15b788a64bf8" /><Relationship Type="http://schemas.openxmlformats.org/officeDocument/2006/relationships/notesMaster" Target="/ppt/notesMasters/notesMaster1.xml" Id="Rfa9301eb8240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6d1289f97e4762" /><Relationship Type="http://schemas.openxmlformats.org/officeDocument/2006/relationships/notesMaster" Target="/ppt/notesMasters/notesMaster1.xml" Id="R57d1dcf0236145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445e39662a4ee7" /><Relationship Type="http://schemas.openxmlformats.org/officeDocument/2006/relationships/notesMaster" Target="/ppt/notesMasters/notesMaster1.xml" Id="Redb8b0be5d5448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86612eb50d4367" /><Relationship Type="http://schemas.openxmlformats.org/officeDocument/2006/relationships/notesMaster" Target="/ppt/notesMasters/notesMaster1.xml" Id="Re1d800bafd654d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54b6247cb44254" /><Relationship Type="http://schemas.openxmlformats.org/officeDocument/2006/relationships/notesMaster" Target="/ppt/notesMasters/notesMaster1.xml" Id="R028efa343edd44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2c0d04f6d84ad1" /><Relationship Type="http://schemas.openxmlformats.org/officeDocument/2006/relationships/notesMaster" Target="/ppt/notesMasters/notesMaster1.xml" Id="Refaefe8a48644d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a6c958714846ac" /><Relationship Type="http://schemas.openxmlformats.org/officeDocument/2006/relationships/notesMaster" Target="/ppt/notesMasters/notesMaster1.xml" Id="Rf37ed80546314a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585f1271b04fe5" /><Relationship Type="http://schemas.openxmlformats.org/officeDocument/2006/relationships/notesMaster" Target="/ppt/notesMasters/notesMaster1.xml" Id="R162875e65de642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1a9d3047041e1" /><Relationship Type="http://schemas.openxmlformats.org/officeDocument/2006/relationships/notesMaster" Target="/ppt/notesMasters/notesMaster1.xml" Id="Rc787ae71461c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80e2a55fed434a" /><Relationship Type="http://schemas.openxmlformats.org/officeDocument/2006/relationships/notesMaster" Target="/ppt/notesMasters/notesMaster1.xml" Id="Rbdd432044c0448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c309cc2b86b4091" /><Relationship Type="http://schemas.openxmlformats.org/officeDocument/2006/relationships/notesMaster" Target="/ppt/notesMasters/notesMaster1.xml" Id="R79158d8dbb2144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b4ee06c0b84e33" /><Relationship Type="http://schemas.openxmlformats.org/officeDocument/2006/relationships/notesMaster" Target="/ppt/notesMasters/notesMaster1.xml" Id="R0ddc18c9493140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7b48a9732d49e7" /><Relationship Type="http://schemas.openxmlformats.org/officeDocument/2006/relationships/notesMaster" Target="/ppt/notesMasters/notesMaster1.xml" Id="R1fb72e3d64c3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456b21f6447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1ff8c38cf4ca6" /><Relationship Type="http://schemas.openxmlformats.org/officeDocument/2006/relationships/slideLayout" Target="/ppt/slideLayouts/slideLayout1.xml" Id="Re7026d347082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026d347082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d120b31bb4483" /><Relationship Type="http://schemas.openxmlformats.org/officeDocument/2006/relationships/notesSlide" Target="/ppt/notesSlides/notesSlide1.xml" Id="Re18978b852dc44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d15e1da054e5c" /><Relationship Type="http://schemas.openxmlformats.org/officeDocument/2006/relationships/notesSlide" Target="/ppt/notesSlides/notesSlide2.xml" Id="Rbae7026f2328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c995f2eee4a1f" /><Relationship Type="http://schemas.openxmlformats.org/officeDocument/2006/relationships/notesSlide" Target="/ppt/notesSlides/notesSlide3.xml" Id="R016a30ec2ab64d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60240b90a44f2" /><Relationship Type="http://schemas.openxmlformats.org/officeDocument/2006/relationships/notesSlide" Target="/ppt/notesSlides/notesSlide4.xml" Id="Ra0cc30d585d9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0599099b44595" /><Relationship Type="http://schemas.openxmlformats.org/officeDocument/2006/relationships/notesSlide" Target="/ppt/notesSlides/notesSlide5.xml" Id="R4fcaa86a98514b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0a63a6d8448d4" /><Relationship Type="http://schemas.openxmlformats.org/officeDocument/2006/relationships/notesSlide" Target="/ppt/notesSlides/notesSlide6.xml" Id="R3c50946c0b7c4c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6c44689414532" /><Relationship Type="http://schemas.openxmlformats.org/officeDocument/2006/relationships/notesSlide" Target="/ppt/notesSlides/notesSlide7.xml" Id="R430e3369856949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1fe1f43ec4bca" /><Relationship Type="http://schemas.openxmlformats.org/officeDocument/2006/relationships/notesSlide" Target="/ppt/notesSlides/notesSlide8.xml" Id="Rc4e34701e25542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4ff4be8474066" /><Relationship Type="http://schemas.openxmlformats.org/officeDocument/2006/relationships/notesSlide" Target="/ppt/notesSlides/notesSlide9.xml" Id="R45da10a8508b46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e3fd20e574488" /><Relationship Type="http://schemas.openxmlformats.org/officeDocument/2006/relationships/notesSlide" Target="/ppt/notesSlides/notesSlide10.xml" Id="Rd2fb1352a53440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ba60ab619433e" /><Relationship Type="http://schemas.openxmlformats.org/officeDocument/2006/relationships/notesSlide" Target="/ppt/notesSlides/notesSlide11.xml" Id="Rbf3dafab8b4442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cea8af58b4d10" /><Relationship Type="http://schemas.openxmlformats.org/officeDocument/2006/relationships/notesSlide" Target="/ppt/notesSlides/notesSlide12.xml" Id="Rd61378129c1946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0d8a1f53f43f7" /><Relationship Type="http://schemas.openxmlformats.org/officeDocument/2006/relationships/notesSlide" Target="/ppt/notesSlides/notesSlide13.xml" Id="R3c2328c0c20f43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469deb0c3412f" /><Relationship Type="http://schemas.openxmlformats.org/officeDocument/2006/relationships/notesSlide" Target="/ppt/notesSlides/notesSlide14.xml" Id="Re047bab241e84a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29298-689C-45D4-984D-13A20416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18FA8-FFAF-4D34-9509-4A3EC55A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E4C07-249F-461F-8394-072BBFD6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4953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Dream3R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56CB9-50F4-4FD8-8AC1-179BD9E0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面向前馈式三维重建的状态条件化候选几何融合模型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84352-DE4F-4BE5-90A9-E5B8E42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结题答辩 | Final defense | 2026-06-09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0A430-8A2D-4E2E-83B2-3F359D7F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6D6A0-0C2A-40E0-AAFB-B9BF2E95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v1.1.0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D2DF3-8CE9-47FC-B57F-38B740F3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official model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F55A0-5F56-4A28-9AF8-8DE173DF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09ED9-073F-4C89-A97E-A3719370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0.1448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01887-D431-4923-80C4-9D121A05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19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KITTI AbsRel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82B57-18F8-47D0-9840-56E5D251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29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B3E83-5855-4DA5-BF66-99BB142C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0.0570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6F226-FCC8-4AE7-92B6-3EDE2FD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ETH3D AbsRel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82A3F-F73A-4C5A-B0F3-8090A133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B7D8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98EAE-1C13-44F0-99C6-AB71D5B4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state/no-state/shuffle controls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3CB14-6917-4430-8FE6-1C91475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E4C1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0D12F-06A3-46B0-9FDD-2475B7D4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10125"/>
            <a:ext cx="2990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not a proposal-free foundation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01F1E-B46D-4966-8C73-870D411A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81050"/>
            <a:ext cx="2381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C4D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93AB3-AF02-4048-ACF8-0279E3A8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763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proposal bank</a:t>
            </a:r>
          </a:p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Dream state</a:t>
            </a:r>
          </a:p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domain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-&gt; final pointmap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6D2FD-6B4F-4555-84BD-4E6AFC3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B9B20-9532-448C-BFFA-0F41C337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65934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6D578-F6EF-406A-A02E-5FE5C49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F763E-09D1-4BCF-AB48-B0D83D2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B48D4AD-9FD5-48AD-8F8B-72DD8B7E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F5324-3383-4DD3-9773-5C913EDA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前馈式 3R 模型变多后，关键问题变成如何使用候选几何。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51DB5-9291-46B8-A606-09B6F35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51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B2479-B5EB-4075-AF4E-37929062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模型族分化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389ED-43C4-41E9-B040-37B1EC5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98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DUSt3R / MASt3R / Fast3R / VGGT / Spann3R 等模型各有优势。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030CA-5A41-4C90-B150-08D4EB3C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525" y="25050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57266-7194-49C3-9081-28886CD1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1714500"/>
            <a:ext cx="3251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3D57A-D51D-40CD-9480-51ED7FD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186690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rPr>
              <a:t>场景差异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64916-1D55-4E2C-8BBA-7E77C294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750" y="2190750"/>
            <a:ext cx="298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车载室外、室内多视图、长序列和动态场景的误差来源不同。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B8269-17F7-4930-B710-2E1BCD96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175" y="25050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E1A5E-6982-4957-A558-7BC19065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1714500"/>
            <a:ext cx="3251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2539D-94B7-4E2D-B244-0331A52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1866900"/>
            <a:ext cx="298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融合协议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8EA2F-4EF6-47EA-84E0-A14F60A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2190750"/>
            <a:ext cx="298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需要把候选几何、置信度、状态和冲突放入同一可验证流程。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B37EC-79C4-41A8-AF23-7D15F859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8667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15855-5FE0-453D-A822-5FD8813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832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研究问题：状态向量能否在候选几何选择或融合中产生可测量作用，并且通过无状态与乱序状态对照区分出来。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49168-927A-47F1-AA29-6CFA7D2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D7F04-7DD9-498D-B478-C02CC539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403236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92155-D1FA-4DC7-BA55-454DF97C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BB590-DDA5-4F93-B376-DEF177A8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CE33B9FD-1564-46AA-A9E8-5DCC3FE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316D3-AD08-41FA-BA11-D88B275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Dream3R v1.1.0 是状态条件化 proposal-fusion 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78B32-2689-4A9B-9862-D7CE58B6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5386D-178B-4227-AA55-5A60023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2402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当前可以声明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EF0E-2D5C-4271-8C76-ABFDA570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2402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当前不声明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66B19-CE31-484F-99ED-ACFE2E22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11B7D-93CD-40FF-B401-0A35E66C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候选几何库上的状态条件化融合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67CAF-5556-48D0-B653-8FF7D5D0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1457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image-only proposal-free foundation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65946-E03A-4AB5-AE7D-73307BB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62B45-836D-49E6-BBC1-EF386A89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读取 teacher proposals、confidence、state、conflict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E2AE6-1CFB-435E-8A4B-70DE24C2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0512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Qwen geometry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5ECA3-6826-4D11-A62E-F69A3EB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681D5-ABE5-4C42-AE76-E5F030B8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输出 pointmap、confidence、expert weights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7E60D-9275-4F4A-A081-F4CEFFD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95675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universal SOTA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CDCED-2E41-43C2-AD93-1985483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B7D8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F8AB7-A52D-463A-AEEE-773B0B8E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765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`v1.0-rc1` 是稳定 fallback；`v1.1.0` 是当前 official model package。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081DD-4AF7-47A3-BB28-B963AFD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7B0C9-71DC-40D1-B9F3-21BF0BF9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6423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77554-9FDA-46CF-95F0-808806A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EA969-70C0-4C5B-A54C-D471012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D0ACE1E1-B8B6-4D55-A0A1-9C83912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83BBA-F19A-44EC-8137-1CF9CF27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候选几何、状态和场景域共同决定最终点图。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D4CF3-6A56-43E0-86AA-C821B483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204216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1D8C-F4EE-4FFB-ACBB-F3C4587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1775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3D7C2-E660-41B3-9EBC-F2B0168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7754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输入窗口图像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A1815-3C9F-4B95-87EF-CB701D7D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324100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EAF04-DEA4-4139-8E05-DB618439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810" y="1638300"/>
            <a:ext cx="204216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50029-D70C-458D-AFE1-42DF454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1790700"/>
            <a:ext cx="1775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3R teachers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84DC1-98EF-48EA-9A81-287D11D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114550"/>
            <a:ext cx="17754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Fast3R / MASt3R / Spann3R / VGGT-Omega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0DE8D-EA9D-48B6-93D3-DC3E1678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545" y="2324100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84CBB-7BC0-4401-9E5B-900C26B7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70" y="1638300"/>
            <a:ext cx="204216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713EF-94FB-436E-972E-2960ACFB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1790700"/>
            <a:ext cx="1775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rPr>
              <a:t>proposal bank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CE57E-E5A0-4976-944D-AB8D1B2F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2114550"/>
            <a:ext cx="17754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pointmaps + confidences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5B2A1-5768-4FF3-A13B-05B70992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005" y="2324100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1230C-F81D-48C2-8579-6D243E5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1638300"/>
            <a:ext cx="204216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986EF-7B90-473C-9989-B560A86E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1790700"/>
            <a:ext cx="1775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Dream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A6548-4EC3-436B-95A3-228B1B0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2114550"/>
            <a:ext cx="17754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memory context + conflict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413B6-4717-46A1-A30B-2B4A43A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465" y="2324100"/>
            <a:ext cx="57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A505F9-0684-4072-A487-9803E40E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638300"/>
            <a:ext cx="204216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F388F-A739-47B3-B41C-8AAB3342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1790700"/>
            <a:ext cx="1775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domain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1AB99-F012-4955-B78C-37B9412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3540" y="2114550"/>
            <a:ext cx="177546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 branch / ETH3D branch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128AC-39D1-4F9F-A7EA-70A8F80C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743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58E65-B101-4F9D-90C5-868F3943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5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KITTI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167C4-B479-4DD6-A3EB-C740941B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76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v1.0-rc1 bounded StatePrior + residual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D8A31-234A-408F-91E8-B0B549AF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552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C82A8-DABF-469A-9B19-AF64A1C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2743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68427-8F60-4B82-8854-1830556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5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ETH3D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90547-9BBB-4CDD-BAAE-787507C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VGGT-Omega-expanded state-conditioned fusion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180034-3DB0-44A5-8DA3-CBBB9236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529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71B67-E55B-463F-A858-707C5FE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2743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EB434-BDA2-48DF-A5A6-8D1BB41E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529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75ED18-1D59-42FF-8BF6-5233C1AE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76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final pointmap + confidence + expert weights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64345-3844-4C75-9B46-163A4B23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FA833F-3CF6-41E2-9A5C-9C170EB5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06406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C9D3F-D62E-45AD-8033-A9BE668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73141-57B8-4DEB-8F7A-43EC23E6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B91732AC-503E-49C8-96B0-F9C4FC8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BRANCH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F263E-FDC4-4E2A-8075-FDCE8470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 保守稳定，ETH3D 使用 VGGT-Omega 分支。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C67C6-B5A4-42F8-BC7B-F91A9DA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B4772-7AE5-447A-974A-E8242D94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数据域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C1EA2-40E2-469D-8825-231870A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383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v1.1.0 分支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87BE1-60B2-468C-B3EC-5F3C19F5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38325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2520F-36F6-49EE-B1C4-89A64DE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93144-9BED-4C05-8F52-02CCBCB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B99A3-5D06-427D-A1A6-D3CB8866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4317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v1.0-rc1 bounded StatePrior + residual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28DCD-9122-4DB9-8A43-6EE548D7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43175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保持车载室外稳定性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A5BD2-701D-4DBD-B987-654A2FB3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D1879-046E-49A8-930F-78F57AC0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8025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ETH3D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F2CF6-2158-4984-A6A9-CDCC016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48025"/>
            <a:ext cx="457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VGGT-Omega-expanded SCF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DA5C8-6D2F-409B-84A4-DEED4D56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48025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利用室内/多视图强候选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951B2-5975-4AEE-932F-1B3B83F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E4C1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96B0C-67D2-4DF3-B221-D10776B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8420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设计原则：只把通过状态对照的路径写入 official model，避免把某个强 teacher 强行套到全部场景。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E8694-CA2C-4FF1-BFF7-B47C4786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24454-E42A-4F3A-AD5E-691132D1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38953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72423-3FDF-49B5-B88C-AE7F3325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0CD15-1913-4A7E-AEB0-698D66C6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1530444-91A7-4236-B495-B94CA2A8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218C-E901-4CA6-A831-EC4858C9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v1.1.0 保持 KITTI 稳定，并明显改善 ETH3D。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DBD59-A791-40E0-B02A-B8CEEA5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F7272-5D98-4E8A-921D-B1C7D24D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0.1448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00557-3A15-4EBC-B39A-47B35BD1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KITTI v1.1.0, same as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3DA8D-5E38-4A01-88B8-4AD3484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12BA9-79A3-447C-A81F-F7DD8FF2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0"/>
            <a:ext cx="2133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0.0570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B22B6-C7B7-4203-AC0E-188C3886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526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ETH3D v1.1.0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72FA5-9EEB-4D90-ABCB-B71D52E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C02FA-568D-4C15-8CEA-EAACE9D0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0.1475 -&gt; 0.0570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6B387-A4FA-49DD-81F4-367425B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ETH3D fallback to v1.1.0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09743-CEDA-420B-891A-25D5EA7F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AbsRel, lower is better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7B8CC-5AA1-465D-AB99-29065FC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v1.0 KITTI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B7DC6-BFCD-4A28-8D7B-B4D8E89B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19500"/>
            <a:ext cx="638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3BC3E-A55E-49DC-A27F-9662D67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19500"/>
            <a:ext cx="577548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C43C2-0249-447F-B80E-49B31EC3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0.1448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5C9BB-D4BE-4DAD-9858-66B409CD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v1.1 KITTI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8B3A2-8F41-4441-AADC-973484E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638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57BAC-157E-41DE-8E21-7140C4F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76700"/>
            <a:ext cx="577548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2427F-684B-4B62-BD0F-0347A114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95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0.1448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0A5C6-3848-43D7-9A6C-D7DF262C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v1.0 ETH3D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9496DC-8DD8-4231-B7AC-3A017266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638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42290-4B1F-4677-AD2A-D7EBE02A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33900"/>
            <a:ext cx="588317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85003-1F62-4AA0-8FE7-EEF6C8A3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767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0.1475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D6C62-E8B8-4295-AD3A-236B0A56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v1.1 ETH3D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EE5FF-1446-4BA2-B736-45ACF80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91100"/>
            <a:ext cx="6381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38217-510D-4F97-A097-632A2CB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91100"/>
            <a:ext cx="227349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E5AF6-1465-4421-A2E9-A50A4E4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0.0570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02664-C0D5-4D6B-8819-A0F9574C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F0212F-2ED4-495D-BFF4-3B899E8F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19090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B3DB2-FEB2-463B-9784-0308C658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50433-A7A0-41D0-A99A-F5AB724D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F139BC5E-73A7-4066-BD2A-EAB1DF7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STATE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577BD-21D8-4040-9D64-2603249B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正常状态在两个数据域都优于无状态和乱序状态。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AF61C-32EF-4E06-A352-7E34B10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B7D8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6F2AF-ACA9-4D47-931E-C2EAA460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KITTI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5AF63-121D-4495-A182-4CC8F7EC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56065-AFAE-49AA-8B8F-102D9D49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436CC-0B2E-4D4A-B431-AAFB2F4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170374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E2158-E35A-4E64-84F8-C95DA51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0.1448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03E9C-2DFE-40BF-9CE0-61C4A4D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no-state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2A3B5-9EB9-468E-BE06-BBEDF82B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2737B-1B80-4619-97FF-8AC930F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2728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8FD93-0B94-4F6B-8233-F09D740D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0.1553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DE8F4-63D1-4326-93A8-B0D44F54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shuffle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DB9BD-FEBD-4E0A-AF7A-42D81A5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2052C-37A7-4C10-BBF1-E6C8272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52800"/>
            <a:ext cx="178963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A0025-E316-4B97-8032-58A95556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0.1521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16197-E83B-43F8-9A99-49CB5C9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B7D8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F1FC6-5887-4155-A469-B706D1BF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422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ETH3D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587D3-4805-4FCF-8E8E-42372095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A9118-99FC-4330-819E-65CA109C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8DEFBF-040C-4EBE-B057-7F9755F8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24100"/>
            <a:ext cx="1628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1A25D-76A6-4D7D-953D-09431EB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0.0570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070FF7-A04F-49AD-9BC2-210FCC6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no-state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FFD0B2-3533-46AD-897A-974B3F2B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613193-313B-466F-8C29-FA646571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38450"/>
            <a:ext cx="16659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41084-34DB-467E-BBD0-1AADC79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813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0.0583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7887E-FDF1-48FC-A341-9F5D2CC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shuffle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55ECE1-A210-4E13-8459-1F2C49A5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4CFF2-7F50-46CB-B5AA-515877D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52800"/>
            <a:ext cx="170878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561973-A302-4DA6-BF12-9A41F28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956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0.0598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F70CD-A14A-4CBC-82DB-9A65D67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3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7CF30-8BF8-4E39-86CB-145DD73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00650"/>
            <a:ext cx="775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如果 normal 不能优于两个控制组，Dream state 只能作为结构假设。当前两个域都通过。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3F7D57-0CD8-4CA6-9861-338C47CC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531E99-B146-4F3D-AF72-C078D00F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6489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E525A-1116-4323-9E18-DE947BE3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B8E22-441F-4F2B-94FB-8E565EDE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E58100C-FF38-4CD5-99BE-A04581D5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VGGT-OMEGA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DBA0E-37A7-45FF-9E27-B723D340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VGGT-Omega 是 ETH3D 分支教师，不是 Dream3R 的全部。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0C3B4-8C48-4E44-96DE-D3FB4BF6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4D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AE8D1-E231-4227-A789-8EA540AC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50+50 oracle admission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78A43-64AF-4C9A-8273-5726641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 gain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F405C7-4EEC-4B89-8E9D-4F2B8961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EF053-161F-4C26-A491-E411257A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1292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6D1F5-64DF-4C07-92EF-4070EC51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+1.18%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C3AD8-0CEF-4D5C-B6BA-050881DC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ETH3D 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938AD-1810-4677-8B6F-C33EE23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A455F-3E08-4CF2-AC3B-E4EF2C0A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24200"/>
            <a:ext cx="2010013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9D378-62E5-4628-8F10-959B65E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+18.35%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42073-E839-4C99-B2AF-9FD9ABD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9525">
            <a:solidFill>
              <a:srgbClr val="B7D8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0C33D-D463-47EF-8486-51CEAAA3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v1.1.0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2FD43-5D1B-438A-8211-F421B94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4000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051F18-A9F8-484F-97F1-CAD708F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 keeps the v1.0 stable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ETH3D uses VGGT-Omega-expanded state-conditioned fusion.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VGGT-Omega alone is not the official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4A6CE-BC45-482E-A103-43FFC0E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27E8D-6289-4884-8148-06CD7A38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4718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82B114-9249-4900-9DBA-7F23535C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7DA8B-360E-42E3-9D37-F571505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3338F57A-5739-4C68-AD7E-8D3D1F2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4CE91-FD74-48CF-B94A-32E5FCC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结题模型有固定入口、脚本和产物。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C9B91-BBCB-4C16-994F-BF5B3C0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69D9E-4AEA-4023-ACE0-57AF88B7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验证项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61D04-17CE-4BB8-87BF-169349A0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4782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8DB66-F8BF-44B9-A5D7-7F2B5E13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4782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1EE1A-8E4A-405E-BD00-E042068F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45A0-7415-40D4-B089-7DCA230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v1.1 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20D1C-F947-42D7-A575-0C59D39C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6217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0F9BE-FB5C-4A56-943F-E8E5D51C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6217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release identity + docs + stable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ED38A-30E9-45E7-AFBB-6FB327D6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0E219-5718-4645-8D0A-3E37AC0B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v1.1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F468D-1A19-4606-B571-421DAFA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7652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86AA2-98C0-4892-B638-A5BD8501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7652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both domain branches 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DCEF1-7B2B-4EB2-BF0B-B1B9CFC2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8D59E-F801-49C2-9276-741EA0C6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KITTI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22910-6D06-4D4F-B529-DE5AF93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D0B8C-4C60-4F15-B9E6-011EDA5B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9087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runs/release/v11_demo/demo_kitti.json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B4091-9C51-4953-B0E2-4F66C2E6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E6949-A8FF-4B90-94E4-391366F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ETH3D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70D1B-F297-434B-931F-1AD18834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A263C-AB47-4577-815D-F40FF920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0522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runs/release/v11_demo/demo_eth3d.json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CBCF4-ECD0-4929-AE09-582E334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6377F-A22C-4CC7-9A52-7BB5F9F8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v1.0 fallback verifier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627A5-37EB-432B-9AFB-A9E9F13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957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E12A91-E04F-4C8F-9641-1DF2D9F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19575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stable fallback remains green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13BF2-1C15-40C8-9FE8-B4223DDD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4D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69955-A37D-416B-80A7-0F47EE1A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8229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真实 proposal-cache demo 已有 BUAA-Server GPU1 证据。该证据证明 runtime contract，不作为新的 benchmark rerun。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4D7D9-AADF-4857-B0AA-BB6118C3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41EC9-2619-46AD-BBDE-A84C710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60653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D40F9-5DEC-4629-88EB-96AA62C6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BD805-1B37-4CB0-95C8-33FCB2F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15E854F-D7A5-474F-960C-F3572DA1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NON-PROMOTED LANES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216F-52A8-45FF-9FD1-DA41E88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负结果保留为边界证据，避免过度声明。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A4A3D-B131-4F9A-9F71-60AF3945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81DF3-D71B-4357-BCE5-3B766C4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0497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C6E31-4B9A-478F-8980-807AED68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0497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B5A93-2B00-4B58-B9AA-412AD2D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04975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结题口径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C70DB-242B-4AF8-A919-E46C3FDB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61EAA-B374-498E-8E0A-DFC6D2F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Qwen semantic 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97D9E-AD5D-4BA2-A7C5-7CAA9C5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3362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稳定标签，但无稳定几何增益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D537B-7D7C-45FA-A155-45E1C88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33625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diagnostic-only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CB74B-44F6-4ECC-9CD9-4139CBD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9AD4D-DB9D-43CD-B1F4-8CEA6C77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Foundation3R proposal-free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DCF72-20AE-4A51-813B-AD15A3FE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有训练入口，指标和状态因果性不足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BF9D7-B595-473C-941F-5A400B74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62275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future research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83BD0-E900-4EAB-9355-05A3FA9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1AA8D-CB83-4EBE-A62D-4E257B3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v1.2-exp0 core bridge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25DC4-B94B-4AC1-88F9-D90A901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9092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架构 scaffold，通过测试但未过正式指标门槛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514C8-5938-4EBF-8E6C-45A10C3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90925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experimental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C0BFC-B632-4B53-A24C-9015B4D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4FD4D-60F3-4B9C-8D14-F8E99D87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Native/ImageState students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1E312-953F-43D5-8D56-601B6F0D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结构可运行，指标不足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9E960-DE6C-4DC1-8B07-ECCA3164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9575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non-promoted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82D77-D6F7-4091-8D04-F44B5D8A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4D44F6-0F2F-4844-A16E-F95582AF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96282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D4F72-BA0C-4026-98A3-B49E363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A9FE9-B1B3-4688-8E6A-CE2E840A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C276F93-B2BF-4772-AABD-A180121D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A8812-33E2-4333-AB1F-F79D97B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交付物覆盖模型、验证、报告和答辩材料。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F5C2D-4D3C-4410-A03D-B6F0E46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D86CD-FA71-4156-9DAF-CB40E09F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model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06432-9581-4161-8A9B-768C403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OFFICIAL_VERSION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COMPLETE_MODEL_V1_1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MODEL_CARD_V1_1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8332B-1B65-49F6-BFCE-58E9FFCA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193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8D32A-2CB4-43A3-9517-A37DB10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141AC-D686-4AA5-8C77-50F6F9AF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C9477-26B6-4ECD-9131-C6B80F4F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VERIFY_REPORT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RUNBOOK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ARTIFACTS.json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3C512-7EF1-49A0-89A5-85A0B80C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4193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41CB5-C3DD-4B3E-94BB-F60BC279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1925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7935A-C387-494D-95E9-98F65A3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rPr>
              <a:t>final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EA627-9F8E-441A-938A-FAC918A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DREAM3R_FINAL_REPORT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rendered PDF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QA page images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2B7D9-ECBC-4680-A0AF-C90012BD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193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DD6FF-1C56-4557-9DAD-D57D46D9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45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32DDA-830E-425E-A1ED-49EA2E5E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71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defense deck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2A1DF-DF08-4A41-87E4-19D26B9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2190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final PPT outline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editable PPTX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rendered slide previews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B75C8-0552-4BC1-856B-BE42C7D4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838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BDDA8-F2AB-4C4B-AA80-5C69804A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38650"/>
            <a:ext cx="8039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旧 RC onepager / result table / presentation outline 已降为 historical v1.0 material，当前入口统一指向 v1.1.0。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94FDD1-9FD2-4336-8557-677489F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16DDA-79B6-4191-93C6-75DDDDF4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69746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399413-8444-44F6-8D92-9C595FF7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47369-BFAB-4DDF-8E34-95A01295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7954D49C-C3DF-40BB-8835-9A3A1B2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32844-BE3F-44AF-997A-633A557A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当前结果是清晰可交付模型，不是终点。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4DCBF-F01C-49E5-B03A-5F8F705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E4C1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7ADAD-B71E-4057-9B4E-08ECD4B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1925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1. 仍依赖 teacher proposals 和缓存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0B63A-D794-4755-A48A-67AA1ECD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F1CE0-2668-463D-84B7-8ADFCE64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0505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2. 只在 KITTI / ETH3D 形成正式结论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B3E6-8E4F-4E72-9074-442CE9D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E4C1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16AD9-B1BD-49F7-A6DB-5E31AE5B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3. 真实缓存 demo 不是完整 benchmark rerun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61358-B8DD-4A7D-8FF3-CEA3F2C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9944-2577-4A15-A40B-F30BED5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7665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4. 长序列、动态场景、跨域迁移仍需验证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A2D34-549E-4B8F-83E2-9C66976B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9525">
            <a:solidFill>
              <a:srgbClr val="E4C1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00C1A-C8CA-4483-BB95-1799B0F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822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5. Qwen 语义与 Foundation3R 不进入 official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C6C92-DECE-436B-A5CF-D7BB79A3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80BC1-FDD6-457A-B69C-A5F2FC1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728405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81F6C-F689-4687-9218-9EE698F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461FD-EE96-49F4-953A-DF3CFD4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C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B14646E-CD62-4FE0-B10C-3CD3422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NEXT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082A7-71A4-474D-A1CC-7C6623C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下一步先扩充 v1.1 证据，再重启更难的无候选路线。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EB75B-EB61-4648-BF7A-140AFCE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8E7BB-FA57-4868-9B7E-E588AD35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8A6"/>
                </a:solidFill>
                <a:latin typeface="Microsoft YaHei"/>
                <a:ea typeface="Microsoft YaHei"/>
                <a:cs typeface="Microsoft YaHei"/>
              </a:rPr>
              <a:t>formal 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EB0EF-BFDB-4ED7-8D31-BF2A9FAB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更多窗口、数据域和随机种子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480F3-7411-4BCF-B968-31C93E49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860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9A09E-7256-4D80-9B33-1F123558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ED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F5C4F-7F1F-4CDA-9251-228C7049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A7D44"/>
                </a:solidFill>
                <a:latin typeface="Microsoft YaHei"/>
                <a:ea typeface="Microsoft YaHei"/>
                <a:cs typeface="Microsoft YaHei"/>
              </a:rPr>
              <a:t>fusion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301B6-39E0-4EFE-A9F7-148A6AA8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教师贡献消融、置信度校准、冲突感知残差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B1126-2223-49AD-9C17-2922A0E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860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CD639-355F-4099-B17B-A233E5C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02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C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950C6-ECC5-4DE7-9398-13115BD5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9CDB"/>
                </a:solidFill>
                <a:latin typeface="Microsoft YaHei"/>
                <a:ea typeface="Microsoft YaHei"/>
                <a:cs typeface="Microsoft YaHei"/>
              </a:rPr>
              <a:t>systems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1D445-703F-4FD4-8085-FE1921B0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运行时间、显存、失败案例统计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50489-CBD4-41D2-B875-9C76F770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860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09466-4F6C-489F-9112-A6A526D6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2457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  <a:ln xmlns:a="http://schemas.openxmlformats.org/drawingml/2006/main" w="11430">
            <a:solidFill>
              <a:srgbClr val="D6D1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9E092-7103-4C4A-B75F-07C6241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Foundation3R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BB7CE-DB48-4301-91B0-91D8734B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新目标、新数据或新结构后再重启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155E6-E795-4A60-A97A-A1FB515B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DDE6B-2EE3-4E92-BA5E-6692D5C7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760936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62B91-1D20-40C6-B03B-21A396E9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A6B27-8467-4001-9EA7-828DC6E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7D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50A60-6F2B-4F2B-98C4-DA6E842E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E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BE7B0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F63A8-BF6A-46A2-8767-4806F2AA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952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Dream3R 已形成边界清楚、可运行、可验证的 v1.1.0 结题模型。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E6787-323E-4C86-8981-7BDB76EC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8A81E-F66D-4B51-B497-86D48400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3086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BE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BE7B0"/>
                </a:solidFill>
                <a:latin typeface="Microsoft YaHei"/>
                <a:ea typeface="Microsoft YaHei"/>
                <a:cs typeface="Microsoft YaHei"/>
              </a:rPr>
              <a:t>0.1448 / 0.0570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42D3B-EED5-4C20-9F2F-71EBB0C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KITTI / ETH3D AbsRel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8B823-019C-49AD-B377-BA6CBDD1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DFC13-26F9-4672-BD16-F0E84545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86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C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7C7FF"/>
                </a:solidFill>
                <a:latin typeface="Microsoft YaHei"/>
                <a:ea typeface="Microsoft YaHei"/>
                <a:cs typeface="Microsoft YaHei"/>
              </a:rPr>
              <a:t>controls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BC447-03F6-41AE-B23C-95B88E2F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308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normal beats no-state and shuffle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362D7-EE67-4F42-976B-E80C3B9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ACF7A-8CF9-43B1-BF1F-EF09DFC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822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当前贡献：proposal bank 上的状态条件化融合与验证链路。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当前边界：不是 proposal-free foundation model，Qwen/Foundation3R 不作为 official model。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06732-4200-48AF-8399-8157205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Dream3R v1.1.0 final defense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D68AB-7724-4152-86FD-E3165EF5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8717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2026-06-08T20:37:39.1320000Z</dcterms:created>
  <dcterms:modified xsi:type="dcterms:W3CDTF">2026-06-08T20:37:39.1320000Z</dcterms:modified>
</coreProperties>
</file>